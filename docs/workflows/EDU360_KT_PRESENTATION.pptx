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EDU360: VIRTUAL K–12 ACADEMY OUTCOMES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Master Knowledge Transfer (KT) Presentation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Complete System Architecture, 8 Canonical Roles &amp; Closed-Circuit Workflows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100% Pure Online Schooling • Zero Bus/Physical Inventory Overheads • Active Outcomes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FOUNDATIONAL PILLARS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3 Non-Negotiable Core Philosophies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Actionable Governance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Dynamic Red/Orange/Green Triage Engine pinpoints student learning drops, consecutive attendance gaps, and faculty SLA bottlenecks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2. Outcome-Oriented Co-Tracking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Anti-spam moving slider carousel for notices + 1-Week Shared Remedial Focus Sprint table with 10-minute nightly rough-work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Zero Extra Clerical Burden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10-Minute auto-attendance webhooks, in-browser SpeedGrader canvas with digital red pen, and 1-click syllabus pacing synchronization.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SCOPE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8 Canonical Online Academy Roles (Zero Campus Clutter)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🛡️ Super Admin (/admin)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Institutional oversight, priority triage, compliance audit logs, and dual-signature exit vault.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🧭 Academic Coordinator (/academic_coordinator)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Curriculum pacing surveillance, AI Timetable Governor substitutions, faculty SLA relief.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📋 Exam Coordinator (/exam_coordinator)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Blueprint freezes 72h prior, accounts-gated hall tickets, and moderation roster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83464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9077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💳 Accounts Coordinator (/accounts_coordinator)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Arrears aging (0-15d, 16-30d, 30+d), fee waivers, bank reconciliation, instant receipts.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965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🎯 Admissions Coordinator (/admissions_coordinator)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Virtual intake CRM, telephonic call logs, lead temperature, and 1-click atomic SIS conversion.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02336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965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✏️ Teacher Portal (/teacher)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10-Min auto-attendance, in-browser SpeedGrader red pen, 1-Week Focus Table, syllabus logging.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8523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🎒 Student Portals (/student &amp; /junior)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Secondary LMS with Socratic AI Doubt Tutor + Junior K–5 gamified adventure quest timetable.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212080"/>
            <a:ext cx="5212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28523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👨‍👩‍👧 Parent Portal (/parent)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Anti-spam moving slider, 10-minute nightly rough-book co-tracking sign-off, live class radar.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1: Admissions Intake ➔ Atomic SIS &amp; Fee Conversion</a:t>
            </a:r>
          </a:p>
        </p:txBody>
      </p:sp>
      <p:pic>
        <p:nvPicPr>
          <p:cNvPr id="4" name="Picture 3" descr="circuit_1_admissions_to_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2: 10-Minute Live Class Auto-Attendance &amp; Absence Escalation</a:t>
            </a:r>
          </a:p>
        </p:txBody>
      </p:sp>
      <p:pic>
        <p:nvPicPr>
          <p:cNvPr id="4" name="Picture 3" descr="circuit_2_auto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3: Exam Paper Upload ➔ SpeedGrader ➔ 1-Week Remedial Sprint</a:t>
            </a:r>
          </a:p>
        </p:txBody>
      </p:sp>
      <p:pic>
        <p:nvPicPr>
          <p:cNvPr id="4" name="Picture 3" descr="circuit_3_speedgrader_remed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4: 1-Week Focus Sprint, Rough Work Review &amp; Nightly Parent Co-Tracking</a:t>
            </a:r>
          </a:p>
        </p:txBody>
      </p:sp>
      <p:pic>
        <p:nvPicPr>
          <p:cNvPr id="4" name="Picture 3" descr="circuit_4_rough_work_parent_co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5: Dynamic Timetable Governor &amp; Automated Substitution Cover</a:t>
            </a:r>
          </a:p>
        </p:txBody>
      </p:sp>
      <p:pic>
        <p:nvPicPr>
          <p:cNvPr id="4" name="Picture 3" descr="circuit_5_timetable_substit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6: Human-in-the-Loop Faculty SLA Workload Relief</a:t>
            </a:r>
          </a:p>
        </p:txBody>
      </p:sp>
      <p:pic>
        <p:nvPicPr>
          <p:cNvPr id="4" name="Picture 3" descr="circuit_6_faculty_sla_rel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CLOSED-CIRCUIT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Closed Circuit 7: Dual-Signature Student School Exit &amp; Transfer Certificate Vault</a:t>
            </a:r>
          </a:p>
        </p:txBody>
      </p:sp>
      <p:pic>
        <p:nvPicPr>
          <p:cNvPr id="4" name="Picture 3" descr="circuit_7_dual_signature_ex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TECHNICAL AUDIT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Architecture: 100% Real Code vs Gemini AI vs Fallbacks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1. 100% Real Production Code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Priority Triage Engine (60s Multi-Vector Evaluator in FastAPI)</a:t>
            </a:r>
            <a:br/>
            <a:r>
              <a:t>• 10-Minute Online Class Auto-Attendance Webhook</a:t>
            </a:r>
            <a:br/>
            <a:r>
              <a:t>• 15-Minute Homework Cutoff Backlog Engine (#EVD-BKLOG)</a:t>
            </a:r>
            <a:br/>
            <a:r>
              <a:t>• Timetable Governor Constraint Solver (Substitutions)</a:t>
            </a:r>
            <a:br/>
            <a:r>
              <a:t>• Faculty Workload Relief State Machine (SLA Pausing)</a:t>
            </a:r>
            <a:br/>
            <a:r>
              <a:t>• Atomic Admissions CRM SIS Conversion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Multimodal Gemini AI Vision/Chat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1-Week Focus Sprint 7-Day Curriculum Generator</a:t>
            </a:r>
            <a:br/>
            <a:r>
              <a:t>• Rough Work Notebook Photo Step-by-Step Diagnostic</a:t>
            </a:r>
            <a:br/>
            <a:r>
              <a:t>• Multimodal Exam Paper Blueprint Pre-Scanner</a:t>
            </a:r>
            <a:br/>
            <a:r>
              <a:t>• Student Socratic AI Doubt Tutor (Hints without direct answers)</a:t>
            </a:r>
            <a:br/>
            <a:r>
              <a:t>• AI Parent Study Companion (Nightly Coaching)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Deterministic Fallback Mode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Zero Single Point of Failure Architecture</a:t>
            </a:r>
            <a:br/>
            <a:r>
              <a:t>• If Gemini API Key is missing or quota/network fails:</a:t>
            </a:r>
            <a:br/>
            <a:r>
              <a:t>• Chapter-specific pedagogical rule templates take over in &lt; 1ms</a:t>
            </a:r>
            <a:br/>
            <a:r>
              <a:t>• Socratic hint dictionary maintains zero user interruption</a:t>
            </a:r>
            <a:br/>
            <a:r>
              <a:t>• Guaranteed 100% uptime under offline/local demos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INTERACTIVE WALKTHROUGH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Demo Cheat-Sheet (Universal Password123)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1: Super Admin (/admin)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Login: admin / Password123</a:t>
            </a:r>
            <a:br/>
            <a:r>
              <a:t>Show: Red Priority Triage card (Rahul Sharma 3 consecutive absences) + 1-Click CBSE Audit Log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2: Teacher Portal (/teacher)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Login: teacher_mat / Password123</a:t>
            </a:r>
            <a:br/>
            <a:r>
              <a:t>Show: Mathematics locked section (Class 8-B). Students &lt;= 70% in 1-Week Focus Table. Click Day 2 rough work modal.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3: SpeedGrader Canvas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Open student worksheet canvas. Pick Digital Red Pen, draw checkmarks, apply -2 rubric tag, click [Finalize Grade]. Zero PDF clutter.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4: Parent Portal (/parent)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Login: parent / Password123</a:t>
            </a:r>
            <a:br/>
            <a:r>
              <a:t>Show: Moving notice slider, 10-Minute Nightly Co-Tracking card. Tap [Sign-Off Rough Book] to unlock Day N+1.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5: Junior K-5 Portal (/junior)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Login: junior / Password123</a:t>
            </a:r>
            <a:br/>
            <a:r>
              <a:t>Show: Gamified adventure quest timetable, formula chests, and live virtual class launchpad.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